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8" r:id="rId3"/>
    <p:sldId id="274" r:id="rId4"/>
    <p:sldId id="273" r:id="rId5"/>
    <p:sldId id="269" r:id="rId6"/>
    <p:sldId id="270" r:id="rId7"/>
    <p:sldId id="271" r:id="rId8"/>
    <p:sldId id="272" r:id="rId9"/>
    <p:sldId id="257" r:id="rId10"/>
    <p:sldId id="260" r:id="rId11"/>
    <p:sldId id="261" r:id="rId12"/>
    <p:sldId id="262" r:id="rId13"/>
    <p:sldId id="258" r:id="rId14"/>
    <p:sldId id="263" r:id="rId15"/>
    <p:sldId id="264" r:id="rId16"/>
    <p:sldId id="265" r:id="rId17"/>
    <p:sldId id="266" r:id="rId18"/>
    <p:sldId id="275" r:id="rId19"/>
    <p:sldId id="276" r:id="rId20"/>
    <p:sldId id="2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06" autoAdjust="0"/>
    <p:restoredTop sz="95865" autoAdjust="0"/>
  </p:normalViewPr>
  <p:slideViewPr>
    <p:cSldViewPr snapToGrid="0">
      <p:cViewPr>
        <p:scale>
          <a:sx n="125" d="100"/>
          <a:sy n="125" d="100"/>
        </p:scale>
        <p:origin x="-1440" y="-58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21654-C40A-4D70-BF6C-0CD3E0D479A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7A16-0B2C-4ACC-B873-C0B9A760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3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21654-C40A-4D70-BF6C-0CD3E0D479A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7A16-0B2C-4ACC-B873-C0B9A760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02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21654-C40A-4D70-BF6C-0CD3E0D479A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7A16-0B2C-4ACC-B873-C0B9A760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034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21654-C40A-4D70-BF6C-0CD3E0D479A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7A16-0B2C-4ACC-B873-C0B9A760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9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21654-C40A-4D70-BF6C-0CD3E0D479A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7A16-0B2C-4ACC-B873-C0B9A760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0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21654-C40A-4D70-BF6C-0CD3E0D479A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7A16-0B2C-4ACC-B873-C0B9A760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29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21654-C40A-4D70-BF6C-0CD3E0D479A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7A16-0B2C-4ACC-B873-C0B9A760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3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21654-C40A-4D70-BF6C-0CD3E0D479A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7A16-0B2C-4ACC-B873-C0B9A760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36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21654-C40A-4D70-BF6C-0CD3E0D479A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7A16-0B2C-4ACC-B873-C0B9A760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5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21654-C40A-4D70-BF6C-0CD3E0D479A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7A16-0B2C-4ACC-B873-C0B9A760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92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21654-C40A-4D70-BF6C-0CD3E0D479A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57A16-0B2C-4ACC-B873-C0B9A760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77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21654-C40A-4D70-BF6C-0CD3E0D479A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57A16-0B2C-4ACC-B873-C0B9A760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44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Unvan 10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Alt Başlık 1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3248298" y="1122363"/>
            <a:ext cx="4606834" cy="43891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0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221480" y="1027906"/>
            <a:ext cx="3749040" cy="37490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776427" y="131810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501173" y="131810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638800" y="1027906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275412" y="209089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189812" y="212058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104212" y="214788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018612" y="209756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337917" y="301196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16532" y="292798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594685" y="291845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025835" y="362799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104212" y="369855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3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114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51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30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34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27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315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838995" y="1205708"/>
            <a:ext cx="3749040" cy="374904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250042" y="2261729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77426" y="140643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77139" y="123743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164442" y="2103075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078842" y="193407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928826" y="312594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851745" y="296871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766145" y="279348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66015" y="263072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530529" y="382259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437664" y="368298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344799" y="349013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08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471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674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5337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/>
        </p:nvSpPr>
        <p:spPr>
          <a:xfrm>
            <a:off x="476866" y="196982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804250" y="111452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703963" y="94552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391266" y="1811166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305666" y="164216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55650" y="2834039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1078569" y="267680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992969" y="2501579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2892839" y="233881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757353" y="3530683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664488" y="339107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2563861" y="322381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3882859" y="1723869"/>
            <a:ext cx="3749040" cy="374904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208851" y="2246626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8199" y="945524"/>
            <a:ext cx="3749040" cy="374904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4995721" y="173264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947150" y="190564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3882028" y="309394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4804571" y="294497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5702684" y="279601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6606490" y="2609955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4453182" y="3850869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5367582" y="3661689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6315565" y="346615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5080678" y="4529515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012866" y="433182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456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647090" y="1019503"/>
            <a:ext cx="4572000" cy="457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4537121" y="2400247"/>
            <a:ext cx="1554480" cy="1554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3639667" y="1019503"/>
            <a:ext cx="1645920" cy="1645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086561" y="3935624"/>
            <a:ext cx="1645920" cy="1645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285587" y="949399"/>
            <a:ext cx="1645920" cy="1645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600525" y="3552444"/>
            <a:ext cx="1645920" cy="1645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573170" y="1906524"/>
            <a:ext cx="1645920" cy="1645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472011" y="3890312"/>
            <a:ext cx="1645920" cy="1645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648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619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77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645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368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2420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541709" y="945654"/>
            <a:ext cx="4572000" cy="457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6559229" y="960494"/>
            <a:ext cx="1554480" cy="1554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5004749" y="960494"/>
            <a:ext cx="1554480" cy="1554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530396" y="1446985"/>
            <a:ext cx="1554480" cy="15544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6467789" y="2489673"/>
            <a:ext cx="1645920" cy="1645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816213" y="2514974"/>
            <a:ext cx="1645920" cy="1645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294586" y="3973510"/>
            <a:ext cx="1645920" cy="1645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637353" y="3786125"/>
            <a:ext cx="1645920" cy="1645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97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</TotalTime>
  <Words>0</Words>
  <Application>Microsoft Office PowerPoint</Application>
  <PresentationFormat>Geniş ekran</PresentationFormat>
  <Paragraphs>0</Paragraphs>
  <Slides>20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ebrarfistikcioglu@hotmail.com</dc:creator>
  <cp:lastModifiedBy>ebrarfistikcioglu@hotmail.com</cp:lastModifiedBy>
  <cp:revision>11</cp:revision>
  <dcterms:created xsi:type="dcterms:W3CDTF">2024-11-30T15:57:23Z</dcterms:created>
  <dcterms:modified xsi:type="dcterms:W3CDTF">2024-12-03T15:16:23Z</dcterms:modified>
</cp:coreProperties>
</file>